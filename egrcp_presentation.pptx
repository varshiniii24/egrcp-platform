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17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Mention it mimics SAP, Salesforce and ServiceNow.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pain point briefly. End with: 'Our solution is e-GRCP — one platform to rule them all.'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tech stack briefly: React 19, Redux Toolkit, Material UI, Vite, Jest.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each technology and why you chose it. Redux for 10+ async modules. MUI for enterprise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layer. Frontend-only project — mock data simulates a real backend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createAsyncThunk automatically dispatches pending/fulfilled/rejected. Why Redux over Context? 10+ async modules need shared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layers: AppRoutes (lazy loading), ProtectedRoute (auth check), RoleRoute (role check). Lazy loading reduces bundle by 82%.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9 reusable components. DataTable is used in 6 modules. StatusChip in every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module. Mention the live URL for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82.69% line coverage exceeds the 80% requirement. All 5 testing categories covered: Components, Redux, Forms, Services,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Lazy loading is the biggest win — reduces initial load from 4.2s to 1.1s. useMemo prevents filtering recalculation on every keystroke.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vercel.json rewrites for React Router support. Auto-deploys on every GitHub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with: 'I started with basic React knowledge and built a production-grade enterprise platform. Thank you.'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B4080">
              <a:alpha val="60000"/>
            </a:srgbClr>
          </a:solidFill>
          <a:ln w="12700">
            <a:solidFill>
              <a:srgbClr val="1B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70E0">
              <a:alpha val="40000"/>
            </a:srgbClr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640080"/>
            <a:ext cx="640080" cy="640080"/>
          </a:xfrm>
          <a:prstGeom prst="ellipse">
            <a:avLst/>
          </a:prstGeom>
          <a:solidFill>
            <a:srgbClr val="0070E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e-GRCP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Governance, Risk &amp; Compliance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2743200" cy="36576"/>
          </a:xfrm>
          <a:prstGeom prst="rect">
            <a:avLst/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Amrutha Varshini M 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Enterprise Development  |  2025–26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https://egrcp-platform.vercel.app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8FAFD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Procurement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01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use Excel spreadsheets for purchase orders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8FAFD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Risk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901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tracked in disconnected Word documents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8FAFD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3504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via Email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9019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tracking of regulatory frameworks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8FAFD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Audits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lost in file folders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2788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8FAFD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00400" y="3291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everything — security risk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2788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8FAFD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35040" y="3291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Executive Visibility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dashboards or KPI tracking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 ONE unified platform for all GRC operations — like SAP, Salesforce &amp; ServiceNow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e-GRCP?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e-GRCP is a full-featured Enterprise Governance, Risk &amp; Compliance Platform built with React 19.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organizations with a centralized platform to manage procurement, vendor relationships, risks, compliance, audits, and approvals.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379476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794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3794760"/>
            <a:ext cx="1097280" cy="347472"/>
          </a:xfrm>
          <a:prstGeom prst="roundRect">
            <a:avLst>
              <a:gd name="adj" fmla="val 18421"/>
            </a:avLst>
          </a:prstGeom>
          <a:solidFill>
            <a:srgbClr val="62D84E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3794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34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91440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2344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85800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Slices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754880" y="3931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292608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3246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D6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858000" y="3931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698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9601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646CFF"/>
          </a:solidFill>
          <a:ln w="12700">
            <a:solidFill>
              <a:srgbClr val="646C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0" y="10698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508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764ABC"/>
          </a:solidFill>
          <a:ln w="12700">
            <a:solidFill>
              <a:srgbClr val="764AB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0698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9601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CA4245"/>
          </a:solidFill>
          <a:ln w="12700">
            <a:solidFill>
              <a:srgbClr val="CA424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0698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15087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Routing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441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UI 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2331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5A29E4"/>
          </a:solidFill>
          <a:ln w="12700">
            <a:solidFill>
              <a:srgbClr val="5A29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2441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880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331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EC5990"/>
          </a:solidFill>
          <a:ln w="12700">
            <a:solidFill>
              <a:srgbClr val="EC59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2441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2880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Management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23317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24414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2880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7033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22B5BF"/>
          </a:solidFill>
          <a:ln w="12700">
            <a:solidFill>
              <a:srgbClr val="22B5B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8130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7033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C21325"/>
          </a:solidFill>
          <a:ln w="12700">
            <a:solidFill>
              <a:srgbClr val="C2132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68880" y="38130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RTL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4251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7033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0" y="38130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4251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370332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675120" y="38130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75120" y="4251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0" y="91440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0" y="914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Browser (React 19 + Vite)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5087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69164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691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MUI Theme + React Router DOM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2860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46888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2468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Redux Store — 10 Slices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3063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32461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3246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Axios Service Layer + Interceptors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8404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402336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0" y="4023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Mock Data Layer (50+ records)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" y="1783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" y="3337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Data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875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/ Submit / Navigate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914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9875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0896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dispatch()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8105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dispatch(fetchProcurements())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0" y="9144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9875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createAsyncThunk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18105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async automatically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816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4320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6393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procurementService.getAll()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34640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108960" y="27432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0" y="2816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108960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Updates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36393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updated immutably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943600" y="27432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D6C02"/>
          </a:solidFill>
          <a:ln w="12700">
            <a:solidFill>
              <a:srgbClr val="ED6C0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35040" y="28163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943600" y="3291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Re-renders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36393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useSelector triggers update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Redux Slices: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945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8803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03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5661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2519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519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9377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6235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3093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9951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951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6809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366760" y="4617720"/>
            <a:ext cx="621792" cy="292608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66760" y="4617720"/>
            <a:ext cx="621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86868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0" y="868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 URL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4630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6916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691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AppRoutes (React.lazy + Suspense)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22860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25146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ProtectedRoute — Is Authenticated?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7033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AppShell → Feature Page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291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0" y="3703320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/login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Types: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2286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672584"/>
            <a:ext cx="8412480" cy="22860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681728"/>
            <a:ext cx="8412480" cy="22860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690872"/>
            <a:ext cx="8412480" cy="228600"/>
          </a:xfrm>
          <a:prstGeom prst="roundRect">
            <a:avLst>
              <a:gd name="adj" fmla="val 20000"/>
            </a:avLst>
          </a:prstGeom>
          <a:solidFill>
            <a:srgbClr val="FFEBEE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/login — Public    </a:t>
            </a:r>
            <a:r>
              <a:rPr lang="en-US" sz="1000" b="1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🔵 /dashboard, /procurement, /vendor... — Protected    </a:t>
            </a:r>
            <a:r>
              <a:rPr lang="en-US" sz="1000" b="1" dirty="0">
                <a:solidFill>
                  <a:srgbClr val="ED6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🟠 /audit — Admin + Auditor only    </a:t>
            </a: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🔴 * — 404 Not Found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Hierarchy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0" y="8686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74720" y="868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App (Root)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0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6459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AppRoutes (Lazy)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2103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3774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ProtectedRoute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3108960"/>
            <a:ext cx="1737360" cy="411480"/>
          </a:xfrm>
          <a:prstGeom prst="roundRect">
            <a:avLst>
              <a:gd name="adj" fmla="val 15556"/>
            </a:avLst>
          </a:prstGeom>
          <a:solidFill>
            <a:srgbClr val="1B4080"/>
          </a:solidFill>
          <a:ln w="12700">
            <a:solidFill>
              <a:srgbClr val="1B408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3108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Sidebar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3108960"/>
            <a:ext cx="1737360" cy="411480"/>
          </a:xfrm>
          <a:prstGeom prst="roundRect">
            <a:avLst>
              <a:gd name="adj" fmla="val 15556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3108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AppShell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108960"/>
            <a:ext cx="1737360" cy="411480"/>
          </a:xfrm>
          <a:prstGeom prst="roundRect">
            <a:avLst>
              <a:gd name="adj" fmla="val 15556"/>
            </a:avLst>
          </a:prstGeom>
          <a:solidFill>
            <a:srgbClr val="1B4080"/>
          </a:solidFill>
          <a:ln w="12700">
            <a:solidFill>
              <a:srgbClr val="1B408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31089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Header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35204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794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Dashboard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0" y="379476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794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Procurement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0" y="379476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794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Vendor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379476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3794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Risk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23760" y="379476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37947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Compliance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976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Audit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11680" y="42976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42976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 Approvals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49040" y="42976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42976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0" y="42976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42976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23760" y="429768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42976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Reusable Components: DataTable  •  KpiCard  •  StatusChip  •  SearchBar  •  Modal  •  ConfirmDialog  •  PageHeader  •  Loader  •  ErrorState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Platform Modules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93192" y="1005840"/>
            <a:ext cx="384048" cy="384048"/>
          </a:xfrm>
          <a:prstGeom prst="ellipse">
            <a:avLst/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KPIs, charts &amp; alerts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42032" y="1005840"/>
            <a:ext cx="384048" cy="384048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180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orders, approve/reject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914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005840"/>
            <a:ext cx="384048" cy="38404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Gov.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profiles &amp; star ratings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9144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39712" y="1005840"/>
            <a:ext cx="384048" cy="38404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1005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Center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severity matrix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2860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" y="237744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23957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tracking &amp; radar chart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22860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42032" y="2377440"/>
            <a:ext cx="384048" cy="384048"/>
          </a:xfrm>
          <a:prstGeom prst="ellipse">
            <a:avLst/>
          </a:prstGeom>
          <a:solidFill>
            <a:srgbClr val="ED6C02"/>
          </a:solidFill>
          <a:ln w="12700">
            <a:solidFill>
              <a:srgbClr val="ED6C0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42032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71800" y="23957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Center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6032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planning &amp; findings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22860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23774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✔️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20640" y="23957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0916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items workbench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66560" y="22860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39712" y="2377440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69480" y="23957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58000" y="2834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mark read/delete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657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93192" y="3749040"/>
            <a:ext cx="384048" cy="384048"/>
          </a:xfrm>
          <a:prstGeom prst="ellipse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2960" y="37673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148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download reports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68880" y="3657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42032" y="3749040"/>
            <a:ext cx="384048" cy="384048"/>
          </a:xfrm>
          <a:prstGeom prst="ellips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2032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971800" y="37673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56032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password &amp; preferences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17720" y="3657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90872" y="3749040"/>
            <a:ext cx="384048" cy="38404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90872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120640" y="37673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0916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roles &amp; 404 page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8686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960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8686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960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D6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82.69%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Components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KpiCard, StatusChip, SearchBar, DataTable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423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Redux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authSlice, procurementSlice, riskSlice, notificationSlice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2423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2514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Forms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AddProcurementForm, Yup validation rules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Services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procurementService — 9 tests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🪝 Hooks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useForm — watch, dirty state,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93192" y="1024128"/>
            <a:ext cx="457200" cy="457200"/>
          </a:xfrm>
          <a:prstGeom prst="ellipse">
            <a:avLst/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React.lazy()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All 10 route pages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2423160" cy="347472"/>
          </a:xfrm>
          <a:prstGeom prst="roundRect">
            <a:avLst>
              <a:gd name="adj" fmla="val 15789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−82% initial bundle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024128"/>
            <a:ext cx="457200" cy="45720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1051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5544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AppRoutes wrapper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2011680"/>
            <a:ext cx="2423160" cy="347472"/>
          </a:xfrm>
          <a:prstGeom prst="roundRect">
            <a:avLst>
              <a:gd name="adj" fmla="val 15789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0116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Smooth loading UX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9144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62472" y="102412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1024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1051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React.memo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5544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All 9 reusable components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2011680"/>
            <a:ext cx="2423160" cy="347472"/>
          </a:xfrm>
          <a:prstGeom prst="roundRect">
            <a:avLst>
              <a:gd name="adj" fmla="val 157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0116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−60% re-renders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" y="2944368"/>
            <a:ext cx="457200" cy="457200"/>
          </a:xfrm>
          <a:prstGeom prst="ellipse">
            <a:avLst/>
          </a:prstGeom>
          <a:solidFill>
            <a:srgbClr val="ED6C02"/>
          </a:solidFill>
          <a:ln w="12700">
            <a:solidFill>
              <a:srgbClr val="ED6C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2971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useMemo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All filtered list pages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931920"/>
            <a:ext cx="2423160" cy="347472"/>
          </a:xfrm>
          <a:prstGeom prst="roundRect">
            <a:avLst>
              <a:gd name="adj" fmla="val 15789"/>
            </a:avLst>
          </a:prstGeom>
          <a:solidFill>
            <a:srgbClr val="ED6C02"/>
          </a:solidFill>
          <a:ln w="12700">
            <a:solidFill>
              <a:srgbClr val="ED6C0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931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Cached computations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28346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27832" y="2944368"/>
            <a:ext cx="457200" cy="45720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783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49040" y="2971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46120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All event handlers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46120" y="3931920"/>
            <a:ext cx="2423160" cy="347472"/>
          </a:xfrm>
          <a:prstGeom prst="roundRect">
            <a:avLst>
              <a:gd name="adj" fmla="val 15789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931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Stable references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28346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62472" y="294436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83680" y="2971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Global state management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3931920"/>
            <a:ext cx="242316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3931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prop drilling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DevOps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Development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+ HMR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11680" y="16002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npm run build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shaking + code splitting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560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vercel --prod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as Vite project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3520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Global CDN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1422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instant worldwide access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URL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41732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egrcp-platform.vercel.app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GitHub Repo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37744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github.com/varshiniii24/egrcp-platform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971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Demo Credentials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38328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7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admin / admin123  —  Administrator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767328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767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auditor / audit123  —  Auditor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4151376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151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/ user123  —  Viewer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B4080">
              <a:alpha val="50000"/>
            </a:srgbClr>
          </a:solidFill>
          <a:ln w="12700">
            <a:solidFill>
              <a:srgbClr val="1B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70E0">
              <a:alpha val="35000"/>
            </a:srgbClr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Complete! 🏆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11 fully functional enterprise modules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5389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 Redux slices with createAsyncThunk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Protected + role-based routing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585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 reusable components used across modules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6090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Forms with React Hook Form + Yup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Axios service layer with interceptors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6557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77 unit tests — 82.69% line coverage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documentation (README + Architecture)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27024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on Vercel + GitHub repository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617720"/>
            <a:ext cx="7315200" cy="384048"/>
          </a:xfrm>
          <a:prstGeom prst="roundRect">
            <a:avLst>
              <a:gd name="adj" fmla="val 19048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6177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egrcp-platform.vercel.app   |   📁  github.com/varshiniii24/egrcp-platform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Microsoft Office PowerPoint</Application>
  <PresentationFormat>On-screen Show (16:9)</PresentationFormat>
  <Paragraphs>290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e-GRCP Enterprise Platform</dc:title>
  <dc:subject>PptxGenJS Presentation</dc:subject>
  <dc:creator>Amrutha Varshini M S</dc:creator>
  <cp:lastModifiedBy>Amrutha Varshini</cp:lastModifiedBy>
  <cp:revision>1</cp:revision>
  <dcterms:created xsi:type="dcterms:W3CDTF">2026-06-27T10:15:42Z</dcterms:created>
  <dcterms:modified xsi:type="dcterms:W3CDTF">2026-06-27T15:41:15Z</dcterms:modified>
</cp:coreProperties>
</file>